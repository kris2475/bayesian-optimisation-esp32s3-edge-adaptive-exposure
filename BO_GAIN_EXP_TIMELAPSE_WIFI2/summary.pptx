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CF808-8579-44F9-948D-96C830571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4FC0C-D818-42DC-63EB-A08B2ADCC1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791F1-1088-9B9B-F32F-D8C51830E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FD4CC-29E5-36D3-7707-B73FDABA0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A8409-D330-1F51-1518-BBE8BA34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01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0061-44C5-3C1E-4170-CD0E3EBD8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9FD7-DF54-50A3-1C54-7054A5229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92CF7-EF45-C191-35EE-9A404E30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64E2E-3C95-7694-52A5-2C0E683F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26AB-B5CD-4AE9-C7B2-FCB7C825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410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DCD0-49BB-A220-C939-1D83921BD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C7C5F-80CF-5270-EE47-7804F154A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3C060-C372-1565-9453-FEAB93241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0E1E3-E1B9-797E-4860-6CCDA60D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26EEC-5209-8C4A-C93F-ACEFFD67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78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C471-7340-3B9D-BF94-B502AA8B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50C16-1D41-C86E-7410-1C0C2701E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47313-7565-3C51-86AE-4168938F6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6B647-6BB6-B27F-9C49-834146A5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E1DE9-B9CC-2E3F-29EA-3AA538B6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8DB39-D220-75DA-8926-95CFE54E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79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E461F-2F64-A89B-88BA-216C774D7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152FC-68CB-0B91-0CFC-FF6C29C5E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F30C4-A7A0-71A2-1DAA-29C21B0F7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B9366-62E3-66E3-A99C-1C6354CC1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74329-1C9D-03C5-937F-7C85130327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9266F1-A19C-A452-C726-9B27414CB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FE4891-CA15-2F6B-C02D-56BD0D58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F9C651-A826-EDF1-7661-88DF6B10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921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EB43-5E0A-BF3A-3A7B-7A74F4CA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2C3461-7AED-C6FB-3C7F-28B4ACA7D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EB278-3311-A9B9-8FD3-428DCA44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55265A-9C9C-2E61-70E1-CDDDA655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61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6DD7D-4F60-1EF5-8AD2-FE4653F70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60D67-2600-7640-B867-C161349A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930DC-8EF9-80C9-3696-7E172632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11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55BA-13F7-F7FB-B4BE-B16812D27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32936-9A7F-69AF-BE9B-79D28C530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F564E-B42E-AA5C-A859-4E46F1428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12A2D-F8B3-2E7C-3C72-72E782F7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EAB3E-5174-7931-8360-A0E190D0A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0365A-891C-0835-49E1-74631B16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490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5BD58-6766-88CF-77AA-BF6AE98AE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9237C5-C88F-E26E-BD09-6A4083FC6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355BB-3603-7AAE-9363-07FBD67BBF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4AC65-C985-DD86-2AB6-20962C01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E7353-BF50-36C6-DC5B-95E912F10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FF4FE-2E68-6264-E11A-5C8D7975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43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06F9-A485-B385-5A7F-DC3FE746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0AFB7-13E7-0F53-C870-882A92D91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BE5C7-7182-F4EA-5A91-44E9E366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AAA86-26D8-4F2D-8093-4EA180DE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92D21-B501-25C7-71B6-6D90ACB5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015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B5945D-AE8C-BBEB-86BE-739547553E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4008A-792B-E7CB-8F2A-2A10D1793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7ABAB-4A62-042C-9DCD-7CB52CD4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98C6D-CAF2-F835-245C-FBA18301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E71CE-FC33-0DEC-AC50-B7489AA8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48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293E29-D453-1690-51A9-7EAEE7DEF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3CEFD-9E60-3C90-8E97-02D5A8E29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6A5A5-119B-CE57-379E-BDA1037A34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DDA66-5848-4F31-B195-6BBD1DB80351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C4578-80B0-A285-AF7C-6A0595705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003FF-7069-578D-1F0D-C667358C3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054B26-ABCF-4C92-A1E6-787F91CF73B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31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DBA508-F108-EACB-6030-F7B624F11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0" y="156419"/>
            <a:ext cx="6742941" cy="635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87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0E8304D-8698-8799-66F5-F9FF009C4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3" y="3428999"/>
            <a:ext cx="4854599" cy="32363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DC90C90-F707-5984-92FA-AC991D2C0A70}"/>
              </a:ext>
            </a:extLst>
          </p:cNvPr>
          <p:cNvSpPr txBox="1"/>
          <p:nvPr/>
        </p:nvSpPr>
        <p:spPr>
          <a:xfrm>
            <a:off x="1906856" y="62412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39B252-383D-7F6E-AAAD-1A95ABF99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647" y="0"/>
            <a:ext cx="4694447" cy="31441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59037F-8619-0A67-56FF-845A8AE5E629}"/>
              </a:ext>
            </a:extLst>
          </p:cNvPr>
          <p:cNvSpPr txBox="1"/>
          <p:nvPr/>
        </p:nvSpPr>
        <p:spPr>
          <a:xfrm>
            <a:off x="7197598" y="2622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8FD2D0-5793-BC03-1BFF-C1CFA160E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648" y="3374135"/>
            <a:ext cx="4854599" cy="32817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0F286A-5DDF-D218-EAE6-7F645C8D4991}"/>
              </a:ext>
            </a:extLst>
          </p:cNvPr>
          <p:cNvSpPr txBox="1"/>
          <p:nvPr/>
        </p:nvSpPr>
        <p:spPr>
          <a:xfrm>
            <a:off x="7197598" y="605653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8802E45-7448-2960-3EA2-08F5843281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7" y="80373"/>
            <a:ext cx="4624125" cy="314415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0AE60D-63B0-3660-8AE7-CF1598D873EA}"/>
              </a:ext>
            </a:extLst>
          </p:cNvPr>
          <p:cNvSpPr txBox="1"/>
          <p:nvPr/>
        </p:nvSpPr>
        <p:spPr>
          <a:xfrm>
            <a:off x="1906856" y="26228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08606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0F769-7206-FBBC-E9C5-569C6976D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29" y="173736"/>
            <a:ext cx="4696381" cy="3172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44E547-7631-AF6A-1C29-29B392248117}"/>
              </a:ext>
            </a:extLst>
          </p:cNvPr>
          <p:cNvSpPr txBox="1"/>
          <p:nvPr/>
        </p:nvSpPr>
        <p:spPr>
          <a:xfrm>
            <a:off x="2080592" y="28030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148352-6E20-DCC7-0D96-A17946E60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29" y="3531257"/>
            <a:ext cx="4699607" cy="31723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E54766-FCBF-7377-8748-C97E9D2CB8F6}"/>
              </a:ext>
            </a:extLst>
          </p:cNvPr>
          <p:cNvSpPr txBox="1"/>
          <p:nvPr/>
        </p:nvSpPr>
        <p:spPr>
          <a:xfrm>
            <a:off x="2080592" y="61924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192B39-71A6-D26C-2016-2F1483336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809" y="125652"/>
            <a:ext cx="4769287" cy="32301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5BEB5A-4EDD-A259-99D6-B92B526B143A}"/>
              </a:ext>
            </a:extLst>
          </p:cNvPr>
          <p:cNvSpPr txBox="1"/>
          <p:nvPr/>
        </p:nvSpPr>
        <p:spPr>
          <a:xfrm>
            <a:off x="7157452" y="280305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FB350D-E551-7C0F-1220-1ACEC1087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359" y="3531257"/>
            <a:ext cx="4829364" cy="32301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4FD109F-19FD-25A4-7BAA-7D2AD130346F}"/>
              </a:ext>
            </a:extLst>
          </p:cNvPr>
          <p:cNvSpPr txBox="1"/>
          <p:nvPr/>
        </p:nvSpPr>
        <p:spPr>
          <a:xfrm>
            <a:off x="7034881" y="619243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3888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9460EA-706C-5144-3D3D-1BA90F67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" y="64008"/>
            <a:ext cx="4868193" cy="32735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D755A0-76CB-3C7C-5301-892186CD4735}"/>
              </a:ext>
            </a:extLst>
          </p:cNvPr>
          <p:cNvSpPr txBox="1"/>
          <p:nvPr/>
        </p:nvSpPr>
        <p:spPr>
          <a:xfrm>
            <a:off x="2106265" y="28091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8ED2F3-E8BD-97BC-B8D4-6C294D068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97" y="3337560"/>
            <a:ext cx="4877971" cy="33375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4C4DA5-463C-A939-6152-BF92C7247E22}"/>
              </a:ext>
            </a:extLst>
          </p:cNvPr>
          <p:cNvSpPr txBox="1"/>
          <p:nvPr/>
        </p:nvSpPr>
        <p:spPr>
          <a:xfrm>
            <a:off x="2106612" y="608270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8E6E39-67F1-C20D-F2DC-A77140E1F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734" y="0"/>
            <a:ext cx="4995418" cy="33804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34163F8-3E4B-F009-602C-6669ED342FBD}"/>
              </a:ext>
            </a:extLst>
          </p:cNvPr>
          <p:cNvSpPr txBox="1"/>
          <p:nvPr/>
        </p:nvSpPr>
        <p:spPr>
          <a:xfrm>
            <a:off x="7297356" y="280915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D43C9E-FEEA-C484-1440-D5932C360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733" y="3337560"/>
            <a:ext cx="4963547" cy="333755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A281A42-9182-035A-791E-D0A605B03631}"/>
              </a:ext>
            </a:extLst>
          </p:cNvPr>
          <p:cNvSpPr txBox="1"/>
          <p:nvPr/>
        </p:nvSpPr>
        <p:spPr>
          <a:xfrm>
            <a:off x="7290416" y="614671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33021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24BFCA-E823-FC89-178B-B8DEB2C1D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5" y="1"/>
            <a:ext cx="4665469" cy="3179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67B794-4499-CB3C-BB52-0E1B8A66B799}"/>
              </a:ext>
            </a:extLst>
          </p:cNvPr>
          <p:cNvSpPr txBox="1"/>
          <p:nvPr/>
        </p:nvSpPr>
        <p:spPr>
          <a:xfrm>
            <a:off x="1968608" y="268113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254863-8C69-6E27-F9B0-9295A2011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13" y="3358075"/>
            <a:ext cx="4742000" cy="3293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59716-EA67-32F6-A9BD-D61E7DD5E4CD}"/>
              </a:ext>
            </a:extLst>
          </p:cNvPr>
          <p:cNvSpPr txBox="1"/>
          <p:nvPr/>
        </p:nvSpPr>
        <p:spPr>
          <a:xfrm>
            <a:off x="1968608" y="6116234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6538F5-4B9E-0057-4506-87CCDB2D8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69" y="0"/>
            <a:ext cx="4665470" cy="3161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C506D4-83C5-98EE-DB2C-BA7EECAAF2F4}"/>
              </a:ext>
            </a:extLst>
          </p:cNvPr>
          <p:cNvSpPr txBox="1"/>
          <p:nvPr/>
        </p:nvSpPr>
        <p:spPr>
          <a:xfrm>
            <a:off x="7203108" y="264233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107492-1034-8FB3-D1CC-B235AC32B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69" y="3358075"/>
            <a:ext cx="4742000" cy="31862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28622C2-A74D-A529-96F3-816E2B5F2CE1}"/>
              </a:ext>
            </a:extLst>
          </p:cNvPr>
          <p:cNvSpPr txBox="1"/>
          <p:nvPr/>
        </p:nvSpPr>
        <p:spPr>
          <a:xfrm>
            <a:off x="7203108" y="609432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97417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 Seunarine</dc:creator>
  <cp:lastModifiedBy>Kris Seunarine</cp:lastModifiedBy>
  <cp:revision>16</cp:revision>
  <dcterms:created xsi:type="dcterms:W3CDTF">2026-02-19T14:30:48Z</dcterms:created>
  <dcterms:modified xsi:type="dcterms:W3CDTF">2026-02-19T14:44:37Z</dcterms:modified>
</cp:coreProperties>
</file>